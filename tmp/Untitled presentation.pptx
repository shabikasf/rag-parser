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2" r:id="rId4"/>
    <p:sldMasterId id="2147483733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Inter"/>
      <p:regular r:id="rId10"/>
      <p:bold r:id="rId11"/>
      <p:italic r:id="rId12"/>
      <p:boldItalic r:id="rId13"/>
    </p:embeddedFont>
    <p:embeddedFont>
      <p:font typeface="Urbanist Medium"/>
      <p:regular r:id="rId14"/>
      <p:bold r:id="rId15"/>
      <p:italic r:id="rId16"/>
      <p:boldItalic r:id="rId17"/>
    </p:embeddedFont>
    <p:embeddedFont>
      <p:font typeface="Urbanist SemiBold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SemiBold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19" Type="http://schemas.openxmlformats.org/officeDocument/2006/relationships/font" Target="fonts/UrbanistSemiBold-bold.fntdata"/><Relationship Id="rId18" Type="http://schemas.openxmlformats.org/officeDocument/2006/relationships/font" Target="fonts/Urbanis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ec3008f5a4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ec3008f5a4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ec3008f5a4_0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ec3008f5a4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ec3008f5a4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ec3008f5a4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48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8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4" name="Google Shape;364;p48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5" name="Google Shape;365;p4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6" name="Google Shape;366;p4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7" name="Google Shape;367;p4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8" name="Google Shape;368;p4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9" name="Google Shape;369;p4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0" name="Google Shape;370;p48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371" name="Google Shape;371;p4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48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3" name="Google Shape;373;p48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4" name="Google Shape;374;p48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48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378" name="Google Shape;378;p49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4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1" name="Google Shape;381;p4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2" name="Google Shape;382;p4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3" name="Google Shape;383;p4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84" name="Google Shape;384;p4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7" name="Google Shape;387;p50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8" name="Google Shape;388;p5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5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0" name="Google Shape;390;p5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1" name="Google Shape;391;p5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2" name="Google Shape;392;p5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93" name="Google Shape;393;p5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50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5" name="Google Shape;395;p50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6" name="Google Shape;396;p50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7" name="Google Shape;397;p50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398" name="Google Shape;398;p50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399" name="Google Shape;399;p50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51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403" name="Google Shape;403;p51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404" name="Google Shape;404;p51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05" name="Google Shape;405;p51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6" name="Google Shape;406;p51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7" name="Google Shape;407;p51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8" name="Google Shape;408;p5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9" name="Google Shape;409;p5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0" name="Google Shape;410;p5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1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51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5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2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6" name="Google Shape;416;p52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52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52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52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20" name="Google Shape;420;p5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1" name="Google Shape;421;p52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5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3" name="Google Shape;423;p5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4" name="Google Shape;424;p5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5" name="Google Shape;425;p52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26" name="Google Shape;426;p5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53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0" name="Google Shape;430;p5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5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2" name="Google Shape;432;p53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33" name="Google Shape;433;p5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53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5" name="Google Shape;435;p53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6" name="Google Shape;436;p53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7" name="Google Shape;437;p53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8" name="Google Shape;438;p53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9" name="Google Shape;439;p53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0" name="Google Shape;440;p53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53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2" name="Google Shape;442;p53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3" name="Google Shape;443;p53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4" name="Google Shape;444;p53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5" name="Google Shape;445;p53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5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7" name="Google Shape;447;p5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4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50" name="Google Shape;450;p54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51" name="Google Shape;451;p5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2" name="Google Shape;452;p5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3" name="Google Shape;453;p5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4" name="Google Shape;454;p54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5" name="Google Shape;455;p54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56" name="Google Shape;456;p54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57" name="Google Shape;457;p54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58" name="Google Shape;458;p54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59" name="Google Shape;459;p54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1" name="Google Shape;461;p54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2" name="Google Shape;462;p54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63" name="Google Shape;463;p54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4" name="Google Shape;464;p54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5" name="Google Shape;465;p54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66" name="Google Shape;466;p54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7" name="Google Shape;467;p54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8" name="Google Shape;468;p54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69" name="Google Shape;469;p54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70" name="Google Shape;470;p54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471" name="Google Shape;471;p5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5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5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5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5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477" name="Google Shape;477;p55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8" name="Google Shape;478;p5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5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0" name="Google Shape;480;p5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81" name="Google Shape;481;p5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5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6" name="Google Shape;486;p5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7" name="Google Shape;487;p5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488" name="Google Shape;488;p56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489" name="Google Shape;489;p56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90" name="Google Shape;490;p56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491" name="Google Shape;491;p5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5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93" name="Google Shape;493;p56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494" name="Google Shape;494;p56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5" name="Google Shape;495;p56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6" name="Google Shape;496;p56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97" name="Google Shape;497;p56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498" name="Google Shape;498;p56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9" name="Google Shape;499;p56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0" name="Google Shape;500;p56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01" name="Google Shape;501;p56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02" name="Google Shape;502;p56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3" name="Google Shape;503;p56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4" name="Google Shape;504;p56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05" name="Google Shape;505;p56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06" name="Google Shape;506;p56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7" name="Google Shape;507;p56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8" name="Google Shape;508;p56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509" name="Google Shape;509;p5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5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5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513" name="Google Shape;513;p57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4" name="Google Shape;514;p57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5" name="Google Shape;515;p5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6" name="Google Shape;516;p5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7" name="Google Shape;517;p5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8" name="Google Shape;518;p57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19" name="Google Shape;519;p5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57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5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5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3" name="Google Shape;523;p5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8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26" name="Google Shape;526;p58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527" name="Google Shape;527;p5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8" name="Google Shape;528;p5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9" name="Google Shape;529;p5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0" name="Google Shape;530;p5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1" name="Google Shape;531;p58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532" name="Google Shape;532;p5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5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4" name="Google Shape;534;p5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9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37" name="Google Shape;537;p59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8" name="Google Shape;538;p59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9" name="Google Shape;539;p59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0" name="Google Shape;540;p59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1" name="Google Shape;541;p59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2" name="Google Shape;542;p59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3" name="Google Shape;543;p59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4" name="Google Shape;544;p59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5" name="Google Shape;545;p59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6" name="Google Shape;546;p59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7" name="Google Shape;547;p59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48" name="Google Shape;548;p5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9" name="Google Shape;549;p59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550" name="Google Shape;550;p59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59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2" name="Google Shape;552;p5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3" name="Google Shape;553;p5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0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556" name="Google Shape;556;p6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7" name="Google Shape;557;p6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8" name="Google Shape;558;p6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59" name="Google Shape;559;p6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" name="Google Shape;560;p60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61" name="Google Shape;561;p60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2" name="Google Shape;562;p60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3" name="Google Shape;563;p60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64" name="Google Shape;564;p60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5" name="Google Shape;565;p60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6" name="Google Shape;566;p60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67" name="Google Shape;567;p60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8" name="Google Shape;568;p60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9" name="Google Shape;569;p60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70" name="Google Shape;570;p60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1" name="Google Shape;571;p60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2" name="Google Shape;572;p6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3" name="Google Shape;573;p6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61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6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6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8" name="Google Shape;578;p6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9" name="Google Shape;579;p6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0" name="Google Shape;580;p61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1" name="Google Shape;581;p61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82" name="Google Shape;582;p61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3" name="Google Shape;583;p61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4" name="Google Shape;584;p61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85" name="Google Shape;585;p61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6" name="Google Shape;586;p61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7" name="Google Shape;587;p61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88" name="Google Shape;588;p61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9" name="Google Shape;589;p61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0" name="Google Shape;590;p61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91" name="Google Shape;591;p61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92" name="Google Shape;592;p61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3" name="Google Shape;593;p61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4" name="Google Shape;594;p6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6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2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98" name="Google Shape;598;p62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6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0" name="Google Shape;600;p6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1" name="Google Shape;601;p6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02" name="Google Shape;602;p6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62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604" name="Google Shape;604;p62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62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6" name="Google Shape;606;p62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7" name="Google Shape;607;p62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8" name="Google Shape;608;p6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9" name="Google Shape;609;p6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2" name="Google Shape;612;p6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3" name="Google Shape;613;p6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14" name="Google Shape;614;p6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63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6" name="Google Shape;616;p63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7" name="Google Shape;617;p63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8" name="Google Shape;618;p63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9" name="Google Shape;619;p63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63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21" name="Google Shape;621;p63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2" name="Google Shape;622;p63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23" name="Google Shape;623;p63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624" name="Google Shape;624;p63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63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63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27" name="Google Shape;627;p63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28" name="Google Shape;628;p63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9" name="Google Shape;629;p63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63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1" name="Google Shape;631;p63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2" name="Google Shape;632;p63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3" name="Google Shape;633;p63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4" name="Google Shape;634;p63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5" name="Google Shape;635;p63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6" name="Google Shape;636;p63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7" name="Google Shape;637;p63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8" name="Google Shape;638;p6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9" name="Google Shape;639;p6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4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42" name="Google Shape;642;p64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43" name="Google Shape;643;p64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44" name="Google Shape;644;p64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45" name="Google Shape;645;p64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6" name="Google Shape;646;p64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47" name="Google Shape;647;p64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48" name="Google Shape;648;p64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49" name="Google Shape;649;p64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50" name="Google Shape;650;p6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64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2" name="Google Shape;652;p64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3" name="Google Shape;653;p64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4" name="Google Shape;654;p64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5" name="Google Shape;655;p64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6" name="Google Shape;656;p64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64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58" name="Google Shape;658;p64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59" name="Google Shape;659;p64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60" name="Google Shape;660;p64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61" name="Google Shape;661;p64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2" name="Google Shape;662;p64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3" name="Google Shape;663;p64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4" name="Google Shape;664;p64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5" name="Google Shape;665;p64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66" name="Google Shape;666;p6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7" name="Google Shape;667;p6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0" name="Google Shape;670;p6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1" name="Google Shape;671;p6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72" name="Google Shape;672;p6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6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4" name="Google Shape;674;p6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5" name="Google Shape;675;p65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6" name="Google Shape;676;p65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677" name="Google Shape;677;p65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65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9" name="Google Shape;679;p65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680" name="Google Shape;680;p65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681" name="Google Shape;681;p65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2" name="Google Shape;682;p65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3" name="Google Shape;683;p65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4" name="Google Shape;684;p65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7" name="Google Shape;687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2" name="Google Shape;692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5" name="Google Shape;695;p6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6" name="Google Shape;696;p6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1" name="Google Shape;701;p7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6" name="Google Shape;706;p7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7" name="Google Shape;707;p7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2" name="Google Shape;712;p7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6" name="Google Shape;716;p7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7" name="Google Shape;717;p7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8" name="Google Shape;718;p7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9" name="Google Shape;719;p7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0" name="Google Shape;720;p7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1" name="Google Shape;721;p7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4" name="Google Shape;724;p7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5" name="Google Shape;725;p7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8" name="Google Shape;728;p7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9" name="Google Shape;729;p7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0" name="Google Shape;730;p7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1" name="Google Shape;731;p7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4" name="Google Shape;734;p8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5" name="Google Shape;735;p8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6" name="Google Shape;736;p8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7" name="Google Shape;737;p8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8" name="Google Shape;738;p8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9" name="Google Shape;739;p8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42" name="Google Shape;742;p8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43" name="Google Shape;743;p8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44" name="Google Shape;744;p8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45" name="Google Shape;745;p8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6" name="Google Shape;746;p8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7" name="Google Shape;747;p8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8" name="Google Shape;748;p8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9" name="Google Shape;749;p8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2" name="Google Shape;752;p8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5" name="Google Shape;755;p8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56" name="Google Shape;756;p8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57" name="Google Shape;757;p8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8" name="Google Shape;758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9" name="Google Shape;759;p8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0" name="Google Shape;760;p8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8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63" name="Google Shape;763;p8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64" name="Google Shape;764;p8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65" name="Google Shape;765;p8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66" name="Google Shape;766;p8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67" name="Google Shape;767;p8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68" name="Google Shape;768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9" name="Google Shape;769;p8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0" name="Google Shape;770;p8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1" name="Google Shape;771;p8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8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6" name="Google Shape;776;p8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7" name="Google Shape;777;p8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8" name="Google Shape;778;p8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9" name="Google Shape;779;p8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80" name="Google Shape;780;p8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81" name="Google Shape;781;p8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2" name="Google Shape;782;p8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83" name="Google Shape;783;p8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84" name="Google Shape;784;p8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74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58.xml"/><Relationship Id="rId35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60.xml"/><Relationship Id="rId37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61.xml"/><Relationship Id="rId38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9" name="Google Shape;359;p47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0" name="Google Shape;360;p47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87"/>
          <p:cNvSpPr txBox="1"/>
          <p:nvPr>
            <p:ph type="title"/>
          </p:nvPr>
        </p:nvSpPr>
        <p:spPr>
          <a:xfrm>
            <a:off x="228600" y="228600"/>
            <a:ext cx="8582100" cy="23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AI-powered analytics platform for enterprises.</a:t>
            </a:r>
            <a:endParaRPr sz="6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88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795" name="Google Shape;795;p8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796" name="Google Shape;796;p8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797" name="Google Shape;797;p8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" name="Google Shape;798;p8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99" name="Google Shape;799;p88"/>
          <p:cNvGrpSpPr/>
          <p:nvPr/>
        </p:nvGrpSpPr>
        <p:grpSpPr>
          <a:xfrm rot="-5400000">
            <a:off x="8556505" y="3819700"/>
            <a:ext cx="204654" cy="204654"/>
            <a:chOff x="259788" y="1923155"/>
            <a:chExt cx="409800" cy="409800"/>
          </a:xfrm>
        </p:grpSpPr>
        <p:sp>
          <p:nvSpPr>
            <p:cNvPr id="800" name="Google Shape;800;p8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801" name="Google Shape;801;p8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802" name="Google Shape;802;p8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" name="Google Shape;803;p8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04" name="Google Shape;804;p8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805" name="Google Shape;805;p8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r>
              <a:rPr lang="en"/>
              <a:t> </a:t>
            </a:r>
            <a:endParaRPr/>
          </a:p>
        </p:txBody>
      </p:sp>
      <p:sp>
        <p:nvSpPr>
          <p:cNvPr id="806" name="Google Shape;806;p8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807" name="Google Shape;807;p88"/>
          <p:cNvSpPr txBox="1"/>
          <p:nvPr/>
        </p:nvSpPr>
        <p:spPr>
          <a:xfrm>
            <a:off x="807675" y="495750"/>
            <a:ext cx="7748700" cy="31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Key Features:</a:t>
            </a:r>
            <a:endParaRPr sz="3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Real-time dashboards</a:t>
            </a:r>
            <a:endParaRPr sz="3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Predictive analytics</a:t>
            </a:r>
            <a:endParaRPr sz="3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API integration</a:t>
            </a:r>
            <a:endParaRPr sz="3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Cloud-native architecture</a:t>
            </a:r>
            <a:endParaRPr sz="3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9"/>
          <p:cNvSpPr txBox="1"/>
          <p:nvPr/>
        </p:nvSpPr>
        <p:spPr>
          <a:xfrm>
            <a:off x="506875" y="412200"/>
            <a:ext cx="7987800" cy="3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Pricing:</a:t>
            </a:r>
            <a:endParaRPr sz="4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Starter: $49/month</a:t>
            </a:r>
            <a:endParaRPr sz="4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Pro: $199/month</a:t>
            </a:r>
            <a:endParaRPr sz="4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Enterprise: Custom pricing</a:t>
            </a:r>
            <a:endParaRPr sz="4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